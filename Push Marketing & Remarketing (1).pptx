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0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9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46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54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0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8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053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064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39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411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234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414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127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111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344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82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5A2ACE-249A-4539-9932-A1AC8F91C18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19965C-2208-4919-9051-981629ADC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94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23F9-0545-690B-B4A7-E87C3BF3F9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>
                <a:latin typeface="Bahnschrift SemiBold" panose="020B0502040204020203" pitchFamily="34" charset="0"/>
              </a:rPr>
              <a:t>Push Marketing &amp; Remarketing</a:t>
            </a:r>
          </a:p>
        </p:txBody>
      </p:sp>
    </p:spTree>
    <p:extLst>
      <p:ext uri="{BB962C8B-B14F-4D97-AF65-F5344CB8AC3E}">
        <p14:creationId xmlns:p14="http://schemas.microsoft.com/office/powerpoint/2010/main" val="1933738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1E1E-39F3-93C5-7918-BA5E0DB6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what is Push Marketing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8655C-EA38-E78A-473C-10928E4E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 Marketing is a </a:t>
            </a:r>
            <a:r>
              <a:rPr lang="en-US" b="1" dirty="0"/>
              <a:t>promotional strategy</a:t>
            </a:r>
            <a:r>
              <a:rPr lang="en-US" dirty="0"/>
              <a:t> where businesses actively </a:t>
            </a:r>
            <a:r>
              <a:rPr lang="en-US" b="1" dirty="0"/>
              <a:t>push</a:t>
            </a:r>
            <a:r>
              <a:rPr lang="en-US" dirty="0"/>
              <a:t> their products or messages </a:t>
            </a:r>
            <a:r>
              <a:rPr lang="en-US" b="1" dirty="0"/>
              <a:t>towards the audience</a:t>
            </a:r>
            <a:r>
              <a:rPr lang="en-US" dirty="0"/>
              <a:t>, instead of waiting for customers to find them.</a:t>
            </a:r>
          </a:p>
          <a:p>
            <a:r>
              <a:rPr lang="en-US" dirty="0"/>
              <a:t>Push marketing = Marketing that directly reaches customers to create immediate visibility and 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699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8D22-4100-671C-BB57-F5C148F4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of Push Marketing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C986E-D1EC-A853-FAF4-4634838083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5400" y="2936240"/>
          <a:ext cx="9601200" cy="256032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13361125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4043642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694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Ads on websites, apps, YouTube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09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Social Media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Sponsored posts on Facebook/Instagram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676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TV &amp; Radio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Commercials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191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Retail / In-store Promotion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displays, banners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94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Cold Outreach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Telemarketing, email blasts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435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 SMS / WhatsApp campaigns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Promotional offers sent directly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211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38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50A1-0024-1DFA-9378-4532DB53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 of Push Marketing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E3A38B-2CC9-721A-9885-1906CFE48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demand or awareness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customers whether they are searching for the product or not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promotions, discounts, new products</a:t>
            </a:r>
          </a:p>
        </p:txBody>
      </p:sp>
    </p:spTree>
    <p:extLst>
      <p:ext uri="{BB962C8B-B14F-4D97-AF65-F5344CB8AC3E}">
        <p14:creationId xmlns:p14="http://schemas.microsoft.com/office/powerpoint/2010/main" val="93871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14F5E-0BD6-258E-A80E-2F4D984D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 vs Pull Marketing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08BF4F2-7861-B592-C46B-08DCD9F74B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95399772"/>
              </p:ext>
            </p:extLst>
          </p:nvPr>
        </p:nvGraphicFramePr>
        <p:xfrm>
          <a:off x="1298574" y="2560638"/>
          <a:ext cx="9699626" cy="3309810"/>
        </p:xfrm>
        <a:graphic>
          <a:graphicData uri="http://schemas.openxmlformats.org/drawingml/2006/table">
            <a:tbl>
              <a:tblPr/>
              <a:tblGrid>
                <a:gridCol w="4849813">
                  <a:extLst>
                    <a:ext uri="{9D8B030D-6E8A-4147-A177-3AD203B41FA5}">
                      <a16:colId xmlns:a16="http://schemas.microsoft.com/office/drawing/2014/main" val="3344280959"/>
                    </a:ext>
                  </a:extLst>
                </a:gridCol>
                <a:gridCol w="4849813">
                  <a:extLst>
                    <a:ext uri="{9D8B030D-6E8A-4147-A177-3AD203B41FA5}">
                      <a16:colId xmlns:a16="http://schemas.microsoft.com/office/drawing/2014/main" val="1334657316"/>
                    </a:ext>
                  </a:extLst>
                </a:gridCol>
              </a:tblGrid>
              <a:tr h="661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Push Marketing</a:t>
                      </a:r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Pull Marketing</a:t>
                      </a:r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078996"/>
                  </a:ext>
                </a:extLst>
              </a:tr>
              <a:tr h="661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You approach the customer</a:t>
                      </a:r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Customer comes to you</a:t>
                      </a:r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05534"/>
                  </a:ext>
                </a:extLst>
              </a:tr>
              <a:tr h="661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Example: Display ads, SMS</a:t>
                      </a:r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Example: SEO, Content Marketing</a:t>
                      </a:r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52908"/>
                  </a:ext>
                </a:extLst>
              </a:tr>
              <a:tr h="661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Fast results</a:t>
                      </a:r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Long-term results</a:t>
                      </a:r>
                    </a:p>
                    <a:p>
                      <a:pPr>
                        <a:buNone/>
                      </a:pPr>
                      <a:endParaRPr lang="en-IN" sz="900" dirty="0"/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742905"/>
                  </a:ext>
                </a:extLst>
              </a:tr>
              <a:tr h="661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High cost but strong visibility</a:t>
                      </a:r>
                    </a:p>
                  </a:txBody>
                  <a:tcPr marL="44934" marR="44934" marT="22467" marB="22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  <a:p>
                      <a:r>
                        <a:rPr lang="en-IN" sz="900" dirty="0"/>
                        <a:t>Cost-effective but slower</a:t>
                      </a:r>
                    </a:p>
                  </a:txBody>
                  <a:tcPr marL="44934" marR="44934" marT="22467" marB="22467"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0519093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5A3A1-873F-4ED7-FC40-FD9052A43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V="1">
            <a:off x="6181344" y="6282266"/>
            <a:ext cx="4718304" cy="59265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2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2653-544B-24A8-DE56-CAA5D086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Remarketing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E008E-B3D0-B649-061F-56C44F188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Remarketing is a </a:t>
            </a:r>
            <a:r>
              <a:rPr lang="en-US" b="1" dirty="0"/>
              <a:t>digital marketing strategy</a:t>
            </a:r>
            <a:r>
              <a:rPr lang="en-US" dirty="0"/>
              <a:t> where you show ads to people who have already interacted with your brand — such as visiting your website, adding to cart, watching a video, or engaging with your social media.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Simple Definition</a:t>
            </a:r>
          </a:p>
          <a:p>
            <a:r>
              <a:rPr lang="en-US" b="1" dirty="0"/>
              <a:t>Remarketing = Re-engaging people who already showed interest but didn’t convert.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14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4BF5-DE4B-29BC-7A64-249EA610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5F26A-2D33-8804-55A7-48E93A144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A user visits your website or app</a:t>
            </a:r>
            <a:br>
              <a:rPr lang="en-US" dirty="0"/>
            </a:br>
            <a:r>
              <a:rPr lang="en-US" dirty="0"/>
              <a:t> A tracking pixel or cookie records the visit</a:t>
            </a:r>
            <a:br>
              <a:rPr lang="en-US" dirty="0"/>
            </a:br>
            <a:r>
              <a:rPr lang="en-US" dirty="0"/>
              <a:t> The user leaves without buying</a:t>
            </a:r>
            <a:br>
              <a:rPr lang="en-US" dirty="0"/>
            </a:br>
            <a:r>
              <a:rPr lang="en-US" dirty="0"/>
              <a:t> They start seeing your ads on Facebook, Instagram, Google, YouTube, etc.</a:t>
            </a:r>
            <a:br>
              <a:rPr lang="en-US" dirty="0"/>
            </a:br>
            <a:r>
              <a:rPr lang="en-US" dirty="0"/>
              <a:t> They return and complete the action (purchase, form fill, signup)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517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AFBA-E7E3-22F1-787C-20C79053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Goals of Remarketing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C7ED-1F22-0D6D-69DC-3A8994364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Recover lost sales (example: cart abandonment)</a:t>
            </a:r>
          </a:p>
          <a:p>
            <a:r>
              <a:rPr lang="en-US" dirty="0"/>
              <a:t>Increase conversions</a:t>
            </a:r>
          </a:p>
          <a:p>
            <a:r>
              <a:rPr lang="en-US" dirty="0"/>
              <a:t>Improve Return on Ad Spend (ROAS)</a:t>
            </a:r>
          </a:p>
          <a:p>
            <a:r>
              <a:rPr lang="en-US" dirty="0"/>
              <a:t>Keep brand top-of-mind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895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2FB94-E25E-8562-8F4D-25960086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Remarketing Happens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B18B9F-EC5F-0680-FC36-8B71CB945B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5400" y="3302000"/>
          <a:ext cx="9601200" cy="182880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73911063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4084885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 of Remarketing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0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Website visitors, app users, YouTube viewers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40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Facebook/Instagram (Meta Ads)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Website interactions, custom audience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05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Abandoned carts, newsletters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068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WhatsApp &amp; SMS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Re-engagement messages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925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07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90D3-2F0C-5B95-A90A-13BE0E02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Remarketing Audiences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6222E9-32D9-B2AF-CED4-885561E173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who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visited the website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didn’t purchase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who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to cart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abandoned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who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filled a form but didn’t submit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Those who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watched a video or clicked an ad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Returning customers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cross-selling / upselling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442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</TotalTime>
  <Words>399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Bahnschrift SemiBold</vt:lpstr>
      <vt:lpstr>Garamond</vt:lpstr>
      <vt:lpstr>Organic</vt:lpstr>
      <vt:lpstr> Push Marketing &amp; Remarketing</vt:lpstr>
      <vt:lpstr>what is Push Marketing  </vt:lpstr>
      <vt:lpstr>Examples of Push Marketing</vt:lpstr>
      <vt:lpstr>Goal of Push Marketing</vt:lpstr>
      <vt:lpstr>Push vs Pull Marketing</vt:lpstr>
      <vt:lpstr>what is Remarketing</vt:lpstr>
      <vt:lpstr>How It Works</vt:lpstr>
      <vt:lpstr>Goals of Remarketing</vt:lpstr>
      <vt:lpstr>Where Remarketing Happens</vt:lpstr>
      <vt:lpstr>Common Remarketing Audiences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Kabra</dc:creator>
  <cp:lastModifiedBy>Jay Kabra</cp:lastModifiedBy>
  <cp:revision>1</cp:revision>
  <dcterms:created xsi:type="dcterms:W3CDTF">2025-11-22T17:55:56Z</dcterms:created>
  <dcterms:modified xsi:type="dcterms:W3CDTF">2025-11-22T18:05:26Z</dcterms:modified>
</cp:coreProperties>
</file>